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 Triage, A2 Investigator, dan A3 Adjudicator menilai setiap klaim dalam hitungan detik. Skor risiko 0–100 disertai bukti yang dapat dibaca;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 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Sub-kategori fokus (nomor mengikuti daftar resmi panitia), terdeteksi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4 · Upcoding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Diagnosis atau tindakan dimanipulasi agar nilai klaim meningkat.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6 · Phantom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atas layanan yang tidak pernah diberikan kepada pasien.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7 · Inflated bills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Biaya obat dan alkes ditagih melebihi biaya sebenarnya.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obat di luar e-Fornas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5 · Cloning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dibuat dengan menyalin klaim atau rekam medis pasien lain.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kasus · kemiripan resume tinggi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lanjutan: prolonged length of stay (No. 12), readmisi (No. 16), repeat billing (No. 11), dan unbundling/fragmentasi (No. 9) dipantau melalui pemeriksaan LOS dan pola episode. Kasus = sebaran modus pada 150 klaim 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61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</a:t>
            </a:r>
            <a:endParaRPr lang="en-US" sz="1100" dirty="0"/>
          </a:p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0–100 beserta bukti yang dapat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6758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berjalan di dalam alur klaim, sebelum dana cair, bukan laporan setelah kejadian.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skor disertai alasan yang dapat dibaca dan diaudit.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memberi rekomendasi; verifikator yang memutuskan.</a:t>
            </a:r>
            <a:endParaRPr lang="en-US" sz="1350" dirty="0"/>
          </a:p>
        </p:txBody>
      </p:sp>
      <p:pic>
        <p:nvPicPr>
          <p:cNvPr id="8" name="Image 0" descr="D:/FamilyAgent/Nox/workspace/sikepo-app/proposal/assets/shot-claims-strip.png">    </p:cNvPr>
          <p:cNvPicPr>
            <a:picLocks noChangeAspect="1"/>
          </p:cNvPicPr>
          <p:nvPr/>
        </p:nvPicPr>
        <p:blipFill>
          <a:blip r:embed="rId1"/>
          <a:srcRect l="0" r="0" t="3125" b="3125"/>
          <a:stretch/>
        </p:blipFill>
        <p:spPr>
          <a:xfrm>
            <a:off x="457200" y="5074920"/>
            <a:ext cx="11274552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klaim fraudulent yang ditemukan BPJS Kesehatan pada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ditangani manual oleh setiap verifikator setiap hari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mengambil sampel berkas.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berubah dan sulit diikuti secara konsisten.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dahulu
</a:t>
            </a:r>
            <a:endParaRPr lang="en-US" sz="1200" dirty="0"/>
          </a:p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 dapat tertuduh tanpa dasar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merupakan temuan atau estimasi.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otomatis, berkunci API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lama rawat,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Setujui, Tahan, atau Tolak berdasar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 mesin, bukan sampel.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Aturan dan ML cepat serta dapat diaudit; LLM hanya untuk adjudikasi.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klik; klaim faskes masuk otomatis.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terurut; badge risiko hijau, kuning, merah (skor 0–100)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memuat bukti A1–A3, obat restriksi, dan selisih biaya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dengan jejak audit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keyboard: j/k, Enter, a/h/r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dan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hipotesis: skor, alasan, dan jejak A1–A3.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berkunci API; hasil audit tampil seketika.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dari faskes muncul otomatis di antrean Cockpit dalam hitungan detik, disertai notifikasi.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SEP, ICD-10, tarif INA-CBG, biaya, LOS, dan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API SIMRS berkunci, Portal Faskes, dan data uji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aturan (risiko awal) → A2 IsolationForest (fusi 45:55) → A3 Ling 3.0 Flash Sante, dengan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tersimpan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status, antrean Cockpit, dan verdict berjejak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pelatihan ulang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kata sandi PBKDF2 · RBAC 4 peran · rate limit · jejak audit · data uji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melalui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Antrean, inspector, dan verdict berjejak audit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A1–A3 dengan fallback deterministik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dan sinkronisasi otomatis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Sandbox, tren data, dan manajemen pengguna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Pelatihan ulang ML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ujung ke ujung: ingest, audit, hingga verdict tersimpan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bersih, 61 anomali)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Pembatasan laju login dan kunci API teruji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teruji pada lebar 390 hingga 1440 piksel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dengan data produksi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bersama verifikator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Presisi dan recall terukur setelah pilot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masuk rencana fase berikutnya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diterapkan pada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dan Docker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Seluruh API dipindah ke database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 dan pencadangan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versi siap produksi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bayangan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Mengukur presisi dan recall per modus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evaluasi empat pekan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dan pelatihan verifikator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Rencana mundur di bawah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satu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dan onboarding SIMRS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Dasbor analitik nasional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dampak triwulanan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Kebutuhan utama: satu KC mitra untuk pilot shadow, dengan akses data uji terbatas berizin.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Hanya sampel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Seluruh klaim dibaca mesin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atau lebih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Kurang dari 2 detik (terukur)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Bervariasi antarpemeriksa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0–100 dan alasan yang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 dan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dilatih ulang dari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 dana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 dan bukti objektif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tiap triwulan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Catatan: dampak diukur pada demo internal (150 klaim); angka lapangan divalidasi saat pilot. Waktu kurang dari 2 detik diukur dari latensi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Memakai 150 klaim sintetis, tanpa data peserta riil. Kata sandi berhash PBKDF2, RBAC empat peran, dan jejak audit per keputusan. Produksi: minimasi data pribadi dan enkripsi.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dapat keliru pada kasus langka. Mitigasi: skor merupakan gabungan aturan dan ML, ambang konservatif, pelatihan ulang berkala, serta alasan yang terbuka untuk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rekomendasi. Klaim berisiko wajib melewati verifikator dan eskalasi Satgas Anti-Fraud; setiap perubahan keputusan tercatat.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menjaga layanan. 2) Kunci API bocor: rotasi per faskes dan rate limit. 3) Faskes jujur tertolak: ambang konservatif dan evaluasi pilot.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tentang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dan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FastAPI, pipeline AI (aturan, IsolationForest, LLM), dan frontend vanilla JS yang ringan.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banjir Kabupaten Kudus dengan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riset berbantuan AI dan agent workflow yang dipakai langsung pada pipeline adjudikasi.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proyek Web3; magang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antarmuka, sehingga iterasi cepat tanpa koordinasi lintas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SINGKATAN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Istilah dan singkatan yang dipakai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JKN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Jaminan Kesehatan Nasional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BPJS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Badan Penyelenggara Jaminan Sosial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INA-CBG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Indonesian Case Based Groups (tarif paket klaim)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SEP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Surat Eligibilitas Peserta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ICD-10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Klasifikasi Penyakit Internasional edisi 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Length of Stay (lama rawat)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e-Fornas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Formularium Nasional elektronik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FKRTL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Rujukan Tingkat Lanjut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FKTP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Tingkat Pertama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SIMRS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Informasi Manajemen Rumah Sakit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Machine Learning (pembelajaran mesin)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LLM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Language 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API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Programming Interface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RBAC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Role-Based Access Control (hak akses per peran)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UU PDP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Undang-Undang Pelindungan Data Pribadi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KC/PC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Kantor Cabang / Kantor Cabang Pembantu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A1, A2, A3 adalah tiga agen audit SiKePo: aturan deterministik, machine learning, dan adjudikasi LLM.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Disclaimer: seluruh angka dan data yang ditampilkan berasal dari dataset demo sintetis, bukan data operasional BPJS Kesehatan.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Proposal Healthkathon 2026</dc:title>
  <dc:subject>PptxGenJS Presentation</dc:subject>
  <dc:creator>Coba Namanya Ini</dc:creator>
  <cp:lastModifiedBy>Coba Namanya Ini</cp:lastModifiedBy>
  <cp:revision>1</cp:revision>
  <dcterms:created xsi:type="dcterms:W3CDTF">2026-09-12T07:03:02Z</dcterms:created>
  <dcterms:modified xsi:type="dcterms:W3CDTF">2026-09-12T07:03:02Z</dcterms:modified>
</cp:coreProperties>
</file>